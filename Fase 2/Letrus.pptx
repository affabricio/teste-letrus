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FF862-69E3-4E74-844E-B2C6CF989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070649-D783-4A61-8BDE-B9A38A812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5676C5-2404-4439-AAC4-8C021ED8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4CB6F4-29DD-4AAA-BBD8-7D4F8CB1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BDC124-A58E-41A0-B39E-33200D50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88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D854-1BBA-47D8-A712-224C1110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0414A-0B96-4F62-A5AC-C6942D80F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B3FC07-4AED-4AD0-A9B7-BB6B08EC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1C2124-4223-4A01-8906-6A2DB180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6FB75-6228-4792-9D33-3356283B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39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6BCC3-9AA0-4A1C-858D-76EEB9C1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70AE1D-FFA7-439C-986E-56777A988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2F2209-CF67-4053-A7E3-5C8729A2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F48DB-3090-4773-A5FB-4267FA9E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B00913-20AB-4727-8774-81230F63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717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1F0EF-760C-47E2-BDF9-BE8B072E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D4DF5-7AC2-498B-A20B-DEB4BEDBC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EABB04-A5D3-4BCB-A4B0-BD5ED4849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2F9B79-846D-47B1-A5B0-21365161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F2DA55-456D-4B9D-950A-1CDEA4AE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612197-8F51-4B6C-9E65-BE4F44C7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3066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0AF9F-7BD3-4689-A6DC-305FBB46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0C2ADF-1527-4BA1-9941-9925622C7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D8634F-91D9-41F9-A767-6986693CE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20EACB-5AE7-45E5-9632-68011A77A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A80060-56AA-4804-B3EA-6EF8EEDBB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2DBEB2-916C-49C0-AD0D-4F1F4407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2824D3-588B-4D89-BBE4-37622946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0D84BD-346F-459E-ADD7-2A41FE0F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44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A4589-D448-4C1F-925C-1865584F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5330CF-26FE-4EE2-94C4-EA630AE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E7CED5-B7BC-4F60-B7FB-17C7939C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E64AC3-12D8-4A5F-B934-7DC927F1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56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20C253-9868-4257-985A-A1D623B8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31276B-7653-4C15-94D5-3BA64AE3A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81AEFE-F16C-40A6-B20B-85191DD04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238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A0E6D-4045-4D1A-B242-0FD9B958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913643-00E6-4B19-9605-02C51E6BA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ADFCD3-758D-4DC1-A54B-59ED80505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8AAADF-AE6B-4E69-AAED-A0D46D7E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1F043-4D88-4881-A28D-AC14B36A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9774D6-F9CB-4414-AFD7-A5656A32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94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DF0B2-4A66-42BF-A577-929A172C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CABC28-036F-404A-9378-73E823E38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8926C2-1541-4FCE-B2F8-369772582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29BC78-5B89-4A58-AD30-63B730A8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6B18C9-B8F2-40D6-BA63-509FBAD4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3283CC-CB42-4999-B165-AF53C326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87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443D0-7457-4EB0-932D-44F52E78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09ACB0-723E-4415-9E27-EB10E0225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92DA3A-755C-4424-9385-DEEEDEF8F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34B2D0-43BB-4C6A-A3C4-A282B947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22EAB5-45C6-44AC-8246-BDD8F9D6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5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3B544F-C090-46DB-AFB0-EDEBF389A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E0C574-B31E-409C-85DE-F2C5A16DE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6DE64-E14E-4BDC-92F7-3EFC5793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C913D-9AFF-4E9C-B590-5FC3E290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605332-5D85-4732-8A6F-6719F8677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51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A8C2DF-BF37-4F96-A18C-A6116707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849DF9-5AE6-45A6-86C6-6C3592F30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CC6292-9CC5-4AD7-AC41-E0802E79A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25A9-22E9-405F-ACC6-A8794FA6725E}" type="datetimeFigureOut">
              <a:rPr lang="pt-BR" smtClean="0"/>
              <a:t>01/05/2022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DEFBC-C45E-406E-B686-4B56CB0A7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BFAACE-3715-4454-95A4-91F5D9FE6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BEBE9-B093-4B70-8E4B-74188DAD24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31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5C781246-FF6C-4BBF-BA77-7E0C36DA9721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13A5C606-B4D9-4E96-B0BC-F13D02E3B751}"/>
                </a:ext>
              </a:extLst>
            </p:cNvPr>
            <p:cNvSpPr/>
            <p:nvPr/>
          </p:nvSpPr>
          <p:spPr>
            <a:xfrm>
              <a:off x="0" y="0"/>
              <a:ext cx="12192001" cy="6858000"/>
            </a:xfrm>
            <a:prstGeom prst="roundRect">
              <a:avLst>
                <a:gd name="adj" fmla="val 2428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9164771-C99B-4AD1-9496-F74B734E777A}"/>
                </a:ext>
              </a:extLst>
            </p:cNvPr>
            <p:cNvSpPr/>
            <p:nvPr/>
          </p:nvSpPr>
          <p:spPr>
            <a:xfrm>
              <a:off x="73981" y="71021"/>
              <a:ext cx="12035161" cy="1123298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7725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5C781246-FF6C-4BBF-BA77-7E0C36DA9721}"/>
              </a:ext>
            </a:extLst>
          </p:cNvPr>
          <p:cNvGrpSpPr/>
          <p:nvPr/>
        </p:nvGrpSpPr>
        <p:grpSpPr>
          <a:xfrm>
            <a:off x="0" y="0"/>
            <a:ext cx="12192001" cy="6875755"/>
            <a:chOff x="0" y="0"/>
            <a:chExt cx="12192001" cy="6875755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13A5C606-B4D9-4E96-B0BC-F13D02E3B751}"/>
                </a:ext>
              </a:extLst>
            </p:cNvPr>
            <p:cNvSpPr/>
            <p:nvPr/>
          </p:nvSpPr>
          <p:spPr>
            <a:xfrm>
              <a:off x="0" y="0"/>
              <a:ext cx="12192001" cy="6858000"/>
            </a:xfrm>
            <a:prstGeom prst="roundRect">
              <a:avLst>
                <a:gd name="adj" fmla="val 2428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9164771-C99B-4AD1-9496-F74B734E777A}"/>
                </a:ext>
              </a:extLst>
            </p:cNvPr>
            <p:cNvSpPr/>
            <p:nvPr/>
          </p:nvSpPr>
          <p:spPr>
            <a:xfrm>
              <a:off x="73981" y="71021"/>
              <a:ext cx="12035161" cy="1123298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005A89A5-8AD2-4381-A664-BAE404C2497A}"/>
                </a:ext>
              </a:extLst>
            </p:cNvPr>
            <p:cNvSpPr/>
            <p:nvPr/>
          </p:nvSpPr>
          <p:spPr>
            <a:xfrm>
              <a:off x="10867" y="1265340"/>
              <a:ext cx="1146130" cy="5592660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FDC390B0-60BE-4663-AEAB-58DBC6B237AC}"/>
                </a:ext>
              </a:extLst>
            </p:cNvPr>
            <p:cNvSpPr/>
            <p:nvPr/>
          </p:nvSpPr>
          <p:spPr>
            <a:xfrm>
              <a:off x="1156995" y="1283095"/>
              <a:ext cx="4637313" cy="5592660"/>
            </a:xfrm>
            <a:prstGeom prst="roundRect">
              <a:avLst>
                <a:gd name="adj" fmla="val 218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664F0D31-E43E-445D-9A5C-E3D938C07B65}"/>
                </a:ext>
              </a:extLst>
            </p:cNvPr>
            <p:cNvSpPr/>
            <p:nvPr/>
          </p:nvSpPr>
          <p:spPr>
            <a:xfrm>
              <a:off x="5794310" y="1283095"/>
              <a:ext cx="3275046" cy="3176938"/>
            </a:xfrm>
            <a:prstGeom prst="roundRect">
              <a:avLst>
                <a:gd name="adj" fmla="val 218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CF2899A8-2C2E-4874-A1F8-BAF54FCACA08}"/>
                </a:ext>
              </a:extLst>
            </p:cNvPr>
            <p:cNvSpPr/>
            <p:nvPr/>
          </p:nvSpPr>
          <p:spPr>
            <a:xfrm>
              <a:off x="9069355" y="1283095"/>
              <a:ext cx="3111777" cy="3176938"/>
            </a:xfrm>
            <a:prstGeom prst="roundRect">
              <a:avLst>
                <a:gd name="adj" fmla="val 218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6CF11A0C-E795-40F7-AD72-A3979F77E851}"/>
                </a:ext>
              </a:extLst>
            </p:cNvPr>
            <p:cNvSpPr/>
            <p:nvPr/>
          </p:nvSpPr>
          <p:spPr>
            <a:xfrm>
              <a:off x="5794308" y="4460032"/>
              <a:ext cx="6386824" cy="2397967"/>
            </a:xfrm>
            <a:prstGeom prst="roundRect">
              <a:avLst>
                <a:gd name="adj" fmla="val 218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3992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2083ABD-CD5C-4D54-A370-C4716209020D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042602BF-B87E-4712-9CAC-3F48D9DBA1AB}"/>
                </a:ext>
              </a:extLst>
            </p:cNvPr>
            <p:cNvSpPr/>
            <p:nvPr/>
          </p:nvSpPr>
          <p:spPr>
            <a:xfrm>
              <a:off x="0" y="0"/>
              <a:ext cx="12192001" cy="6858000"/>
            </a:xfrm>
            <a:prstGeom prst="roundRect">
              <a:avLst>
                <a:gd name="adj" fmla="val 2428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F2FA39C2-18CB-43DE-8F88-00943400CFB0}"/>
                </a:ext>
              </a:extLst>
            </p:cNvPr>
            <p:cNvSpPr/>
            <p:nvPr/>
          </p:nvSpPr>
          <p:spPr>
            <a:xfrm>
              <a:off x="73981" y="71021"/>
              <a:ext cx="12035161" cy="1123298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3A2E12F2-7675-4DB5-AB76-8A7529E6E0F8}"/>
                </a:ext>
              </a:extLst>
            </p:cNvPr>
            <p:cNvSpPr/>
            <p:nvPr/>
          </p:nvSpPr>
          <p:spPr>
            <a:xfrm>
              <a:off x="0" y="1265341"/>
              <a:ext cx="1105319" cy="5521638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C4BAB875-3705-46E6-932C-BE09A83641DD}"/>
                </a:ext>
              </a:extLst>
            </p:cNvPr>
            <p:cNvSpPr/>
            <p:nvPr/>
          </p:nvSpPr>
          <p:spPr>
            <a:xfrm>
              <a:off x="1105319" y="1265341"/>
              <a:ext cx="4411226" cy="5521638"/>
            </a:xfrm>
            <a:prstGeom prst="roundRect">
              <a:avLst>
                <a:gd name="adj" fmla="val 300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5EECBAC1-577F-4A1D-BC4F-832052B1E665}"/>
                </a:ext>
              </a:extLst>
            </p:cNvPr>
            <p:cNvSpPr/>
            <p:nvPr/>
          </p:nvSpPr>
          <p:spPr>
            <a:xfrm>
              <a:off x="5516544" y="1265339"/>
              <a:ext cx="6592597" cy="2834388"/>
            </a:xfrm>
            <a:prstGeom prst="roundRect">
              <a:avLst>
                <a:gd name="adj" fmla="val 300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1A9B70D-0B58-418A-82E5-874A795FCD11}"/>
                </a:ext>
              </a:extLst>
            </p:cNvPr>
            <p:cNvSpPr/>
            <p:nvPr/>
          </p:nvSpPr>
          <p:spPr>
            <a:xfrm>
              <a:off x="5516544" y="4099726"/>
              <a:ext cx="6592597" cy="2684703"/>
            </a:xfrm>
            <a:prstGeom prst="roundRect">
              <a:avLst>
                <a:gd name="adj" fmla="val 3000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7827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9CC07D53-DD1E-4783-94CC-60B8E468BA77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13A5C606-B4D9-4E96-B0BC-F13D02E3B751}"/>
                </a:ext>
              </a:extLst>
            </p:cNvPr>
            <p:cNvSpPr/>
            <p:nvPr/>
          </p:nvSpPr>
          <p:spPr>
            <a:xfrm>
              <a:off x="0" y="0"/>
              <a:ext cx="12192001" cy="6858000"/>
            </a:xfrm>
            <a:prstGeom prst="roundRect">
              <a:avLst>
                <a:gd name="adj" fmla="val 2428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001B131A-8C98-4E58-A40B-B7077486F783}"/>
                </a:ext>
              </a:extLst>
            </p:cNvPr>
            <p:cNvSpPr/>
            <p:nvPr/>
          </p:nvSpPr>
          <p:spPr>
            <a:xfrm>
              <a:off x="0" y="1265340"/>
              <a:ext cx="1678075" cy="5521639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EC483C2D-9804-438C-B774-D5E43846C26E}"/>
                </a:ext>
              </a:extLst>
            </p:cNvPr>
            <p:cNvSpPr/>
            <p:nvPr/>
          </p:nvSpPr>
          <p:spPr>
            <a:xfrm>
              <a:off x="1678075" y="1265340"/>
              <a:ext cx="6320412" cy="5521640"/>
            </a:xfrm>
            <a:prstGeom prst="roundRect">
              <a:avLst>
                <a:gd name="adj" fmla="val 2654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9583455-0147-4CB0-B14D-BA6DBD6E1E40}"/>
                </a:ext>
              </a:extLst>
            </p:cNvPr>
            <p:cNvSpPr/>
            <p:nvPr/>
          </p:nvSpPr>
          <p:spPr>
            <a:xfrm>
              <a:off x="7998487" y="1265338"/>
              <a:ext cx="4156667" cy="5521639"/>
            </a:xfrm>
            <a:prstGeom prst="roundRect">
              <a:avLst>
                <a:gd name="adj" fmla="val 2654"/>
              </a:avLst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E72B408-1B49-4498-B59B-15A534F5C1DF}"/>
                </a:ext>
              </a:extLst>
            </p:cNvPr>
            <p:cNvSpPr/>
            <p:nvPr/>
          </p:nvSpPr>
          <p:spPr>
            <a:xfrm>
              <a:off x="73981" y="71021"/>
              <a:ext cx="12035161" cy="1123298"/>
            </a:xfrm>
            <a:prstGeom prst="roundRect">
              <a:avLst/>
            </a:prstGeom>
            <a:gradFill flip="none" rotWithShape="1">
              <a:gsLst>
                <a:gs pos="0">
                  <a:srgbClr val="002060"/>
                </a:gs>
                <a:gs pos="26000">
                  <a:schemeClr val="accent4">
                    <a:lumMod val="97000"/>
                    <a:lumOff val="3000"/>
                  </a:schemeClr>
                </a:gs>
                <a:gs pos="46000">
                  <a:schemeClr val="accent4">
                    <a:lumMod val="60000"/>
                    <a:lumOff val="4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20920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Anselmo</dc:creator>
  <cp:lastModifiedBy>Anselmo</cp:lastModifiedBy>
  <cp:revision>11</cp:revision>
  <dcterms:created xsi:type="dcterms:W3CDTF">2022-04-30T14:17:16Z</dcterms:created>
  <dcterms:modified xsi:type="dcterms:W3CDTF">2022-05-01T19:25:14Z</dcterms:modified>
</cp:coreProperties>
</file>